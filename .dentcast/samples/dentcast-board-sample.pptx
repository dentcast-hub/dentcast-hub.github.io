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ژورنال کلاب: ادهیژن به عاج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4A5F8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مواد ارائه‌ی سه‌شنبه — ترتیب پین‌ها همان ترتیب اسلایدهاست.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AAAC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 پین — ۱۹ مرداد ۱۴۰۵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نکته بالینی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رزین‌های هیدروفیل در لایه‌ی هیبرید مستعد جذب آب و هیدرولیز هستند؛ کاهش دوام باند به عاج از همین‌جا می‌آید.</a:t>
            </a:r>
            <a:endParaRPr lang="en-US" sz="1600" dirty="0"/>
          </a:p>
          <a:p>
            <a:pPr rtl="1" algn="r"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یادداشت: برای اسلاید ۴ — «چرا باند عاجی می‌میرد»</a:t>
            </a:r>
            <a:endParaRPr lang="en-US" sz="1600" dirty="0"/>
          </a:p>
          <a:p>
            <a:pPr rtl="1" algn="r" marL="342900" indent="-342900">
              <a:buSzPct val="100000"/>
              <a:buChar char="•"/>
            </a:pPr>
            <a:r>
              <a:rPr lang="en-US" sz="1200" dirty="0">
                <a:solidFill>
                  <a:srgbClr val="8AAAC8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از: ضخامت کاغذ آرتیکولاسیون مهم‌تر از چیزیه که فکر می‌کنی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جمع‌بندی خودم برای مقدمه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سه نسل آخر ادهیزیوها عملاً به یک نقطه رسیده‌اند: سادگی کار بالینی مهم‌تر از عدد باند آزمایشگاهی شده است.</a:t>
            </a:r>
            <a:endParaRPr lang="en-US" sz="1600" dirty="0"/>
          </a:p>
          <a:p>
            <a:pPr rtl="1" algn="r"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کامپوزیت Bulk-fill در کلاس II به باند dentin-adhesive وابسته است.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منابع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1. نویسنده‌ی اول و همکاران. مقاله‌ی فارسی بدون DOI درباره‌ی ادهیژن. مجله دندانپزشکی مشهد — ۱۴۰۲.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2. Breschi L, et al. Dentin bonding systems: From dentin collagen structure to bond preservation and repair. Dental Materials; 2018. doi:10.1016/j.dental.2017.11.005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2026-08-10T13:04:58Z</dcterms:created>
  <dcterms:modified xsi:type="dcterms:W3CDTF">2026-08-10T13:04:58Z</dcterms:modified>
</cp:coreProperties>
</file>